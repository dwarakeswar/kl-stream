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1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8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16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10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54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14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0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7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3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68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6524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60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59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87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27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2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33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  <p:sldLayoutId id="214748395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95596" y="475881"/>
            <a:ext cx="92482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/>
            </a:pPr>
            <a:r>
              <a:rPr dirty="0"/>
              <a:t>KL-STEAM</a:t>
            </a:r>
          </a:p>
          <a:p>
            <a:pPr>
              <a:defRPr sz="2800"/>
            </a:pPr>
            <a:r>
              <a:rPr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45BCA-FB79-7AD6-2305-345C613F4C58}"/>
              </a:ext>
            </a:extLst>
          </p:cNvPr>
          <p:cNvSpPr txBox="1"/>
          <p:nvPr/>
        </p:nvSpPr>
        <p:spPr>
          <a:xfrm>
            <a:off x="629264" y="3664382"/>
            <a:ext cx="50832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Project:  Video Streaming Platform</a:t>
            </a:r>
          </a:p>
          <a:p>
            <a:endParaRPr lang="en-IN" sz="2400" dirty="0"/>
          </a:p>
          <a:p>
            <a:r>
              <a:rPr lang="en-IN" sz="2400" dirty="0"/>
              <a:t>Members:</a:t>
            </a:r>
          </a:p>
          <a:p>
            <a:r>
              <a:rPr lang="en-IN" sz="2400" dirty="0"/>
              <a:t>2500030131</a:t>
            </a:r>
          </a:p>
          <a:p>
            <a:r>
              <a:rPr lang="en-IN" sz="2400" dirty="0"/>
              <a:t>2500030625</a:t>
            </a:r>
          </a:p>
          <a:p>
            <a:r>
              <a:rPr lang="en-IN" sz="2400" dirty="0"/>
              <a:t>2500032552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16132" y="411480"/>
            <a:ext cx="337034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8116"/>
            <a:ext cx="1051560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KL-STEAM is a simple video streaming platform for movies, series, technology videos and live content.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Users can browse, search, filter, watch videos and maintain a watchlist.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Administrators can manage the available video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4413" y="499969"/>
            <a:ext cx="32525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/>
              <a:t>Project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23419"/>
            <a:ext cx="1051560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User Module: Signup/Login, browse videos, search, filter, watch and manage watchlist.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Admin Module: Admin login, add new videos and delete existing videos.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JavaScript handles navigation between the modules and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65293" y="57862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3.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0044" y="2502310"/>
            <a:ext cx="1051560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HTML – Structure of pages, forms, navigation and content.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CSS – Styling, Flexbox/Grid layout and responsive design.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JavaScript – Login, navigation, search, filtering, watchlist and admin operations.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Local Storage – Stores users, login state, videos and watchlist data in the browser.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YouTube </a:t>
            </a:r>
            <a:r>
              <a:rPr dirty="0" err="1"/>
              <a:t>iframe</a:t>
            </a:r>
            <a:r>
              <a:rPr dirty="0"/>
              <a:t> – Displays videos without downloading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02712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User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2328" y="3092245"/>
            <a:ext cx="1051560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Signup allows a new user to create an account.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Login checks the entered credentials using Local Storage.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Home page displays available videos with search and category filtering.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Watch page plays the selected YouTube video.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Watchlist allows users to save videos for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76570" y="76691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5. 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2599" y="2787445"/>
            <a:ext cx="1051560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Administrator logs in using the admin credentials.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Admin Dashboard provides content management.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Admin can add a video using title, category, YouTube link and description.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Added videos are stored in Local Storage and displayed to users.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Admin can delete videos from the content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28855" y="529467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6. Login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0483" y="2925097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rPr dirty="0"/>
              <a:t>1. User enters email and password.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2. Login button calls the JavaScript login() function.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3. JavaScript checks the stored credentials in Local Storage.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4. Correct user credentials redirect to the User Module.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5. Admin credentials redirect to the Admin Module.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6. Incorrect credentials display an error message.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66738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7. Page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19141" y="2728451"/>
            <a:ext cx="10515600" cy="2864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index.html – Login and Signup entry page.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home.html – Main User Module and video browsing.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watchlist.html – User's saved videos.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watch.html – Selected video using an </a:t>
            </a:r>
            <a:r>
              <a:rPr dirty="0" err="1"/>
              <a:t>iframe</a:t>
            </a:r>
            <a:r>
              <a:rPr dirty="0"/>
              <a:t>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admin.html – Admin Dashboard.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JavaScript performs navigation and connects the pages.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89526" y="779207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8470" y="3485535"/>
            <a:ext cx="10515600" cy="188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Simple streaming-platform interface designed for easy demonstration.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CSS Flexbox and Grid are used for navigation, forms and video cards.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@media rules provide basic responsive behavior on smaller screens.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The design uses the KL-STEAM branding and logo-inspired colors.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99590" y="63221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9. 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2599" y="3072580"/>
            <a:ext cx="1051560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Signup → Login → Home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Browse → Search/Filter → Watch Video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Add to Watchlist → Open Watchlist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Admin Login → Admin Dashboard → Add/Delete Video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Data is handled using JavaScript and Local Storage.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40363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6400" y="2708787"/>
            <a:ext cx="1051560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KL-STEAM demonstrates the basic working model of a video streaming platform.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The project uses only HTML, CSS and JavaScript as required for Review 1.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It includes separate User and Admin modules, Local Storage authentication and content management.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The application can be extended with more advanced features in future versions.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3E322E-F8F5-3106-C186-7741C46A54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61" b="4445"/>
          <a:stretch>
            <a:fillRect/>
          </a:stretch>
        </p:blipFill>
        <p:spPr>
          <a:xfrm>
            <a:off x="0" y="329380"/>
            <a:ext cx="12192000" cy="619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253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543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Dwarakeswar Inturi</dc:creator>
  <cp:keywords/>
  <dc:description>generated using python-pptx</dc:description>
  <cp:lastModifiedBy>Dwarakeswar Inturi</cp:lastModifiedBy>
  <cp:revision>4</cp:revision>
  <dcterms:created xsi:type="dcterms:W3CDTF">2013-01-27T09:14:16Z</dcterms:created>
  <dcterms:modified xsi:type="dcterms:W3CDTF">2026-09-25T04:13:33Z</dcterms:modified>
  <cp:category/>
</cp:coreProperties>
</file>